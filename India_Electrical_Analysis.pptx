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2019 vs 2020 Consumption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Consumption (MU)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13-4DD5-8F21-3AACCADCCFDF}"/>
              </c:ext>
            </c:extLst>
          </c:dPt>
          <c:dPt>
            <c:idx val="1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13-4DD5-8F21-3AACCADCCF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2019</c:v>
                </c:pt>
                <c:pt idx="1">
                  <c:v>2020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1216205</c:v>
                </c:pt>
                <c:pt idx="1">
                  <c:v>493522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13-4DD5-8F21-3AACCADCCF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44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 on Indian Electrical Consumption</a:t>
            </a:r>
          </a:p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2019–2020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consumption trends, COVID-19 impact &amp; regional insights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192024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474720"/>
            <a:ext cx="192024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192024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3474720"/>
            <a:ext cx="1920240" cy="10972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Drop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Impact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MySQL  |  Excel  |  Power BI  |  Power Query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2 years of state-wise electrical consumption data across all Indian states from January 2019 to December 2020.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focuses on identifying consumption patterns, peak demand periods, regional disparities, and the measurable impact of COVID-19 lockdowns on electricity demand across India.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417320"/>
            <a:ext cx="109728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7 analysis queries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221992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221992"/>
            <a:ext cx="109728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 tables &amp;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026664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026664"/>
            <a:ext cx="109728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to long format transformation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9476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831336"/>
            <a:ext cx="109728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map visual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447903"/>
            <a:ext cx="8412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 |  Period: Jan 2019 – Dec 2020  |  States: 29  |  Records: 16,599 rows  |  Format: Date, State, Consumption (MU)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Wide Format (Kaggle)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52728"/>
            <a:ext cx="69494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5272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252728"/>
            <a:ext cx="69494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5272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10512" y="1252728"/>
            <a:ext cx="69494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125272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23744" y="1252728"/>
            <a:ext cx="69494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25272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36976" y="1252728"/>
            <a:ext cx="69494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125272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1691640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69164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02-01-2019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1691640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69164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10512" y="1691640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0512" y="169164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130.3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23744" y="1691640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169164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36976" y="1691640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36976" y="169164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2130552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13055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03-01-2019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97280" y="2130552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3055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122.1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10512" y="2130552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213055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23744" y="2130552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213055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36976" y="2130552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6976" y="213055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2569464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56946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97280" y="2569464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256946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10512" y="2569464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10512" y="256946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23744" y="2569464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23744" y="256946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36976" y="2569464"/>
            <a:ext cx="69494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36976" y="256946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06240" y="2103120"/>
            <a:ext cx="731520" cy="1371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0" y="19659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9AAA"/>
                </a:solidFill>
              </a:rPr>
              <a:t>▶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416052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20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Long Format (Analysis Ready)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120640" y="123444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38928" y="1252728"/>
            <a:ext cx="1170432" cy="356616"/>
          </a:xfrm>
          <a:prstGeom prst="rect">
            <a:avLst/>
          </a:prstGeom>
          <a:solidFill>
            <a:srgbClr val="1B9AA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8928" y="1252728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27648" y="1252728"/>
            <a:ext cx="1170432" cy="356616"/>
          </a:xfrm>
          <a:prstGeom prst="rect">
            <a:avLst/>
          </a:prstGeom>
          <a:solidFill>
            <a:srgbClr val="1B9AA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1252728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16368" y="1252728"/>
            <a:ext cx="1170432" cy="356616"/>
          </a:xfrm>
          <a:prstGeom prst="rect">
            <a:avLst/>
          </a:prstGeom>
          <a:solidFill>
            <a:srgbClr val="1B9AA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16368" y="1252728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38928" y="1627632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38928" y="1627632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2019-01-02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27648" y="1627632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1627632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16368" y="1627632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16368" y="1627632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119.9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138928" y="2002536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38928" y="2002536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2019-01-02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27648" y="2002536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27648" y="2002536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516368" y="2002536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16368" y="2002536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130.3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138928" y="2377440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38928" y="2377440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2019-01-02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27648" y="2377440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27648" y="2377440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516368" y="2377440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16368" y="2377440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138928" y="2752344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38928" y="2752344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327648" y="2752344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27648" y="2752344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516368" y="2752344"/>
            <a:ext cx="1170432" cy="35661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16368" y="2752344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6576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Steps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365760" y="3749040"/>
            <a:ext cx="20116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36576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Standardized date format to YYYY-MM-DD in Excel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542032" y="3749040"/>
            <a:ext cx="20116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542032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Used Power Query → Unpivot Other Columns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718304" y="3749040"/>
            <a:ext cx="20116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4718304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Renamed columns: Attribute → state, Value → consumption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894576" y="3749040"/>
            <a:ext cx="20116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894576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Exported as CSV UTF-8 with 16,599 rows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7 QUERIES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8686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Consumption Per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all 29 states by total electricity consumed across 2 years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206240" cy="8686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502920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Consuming States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2199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highest demand states: Maharashtra, Gujarat, Tamil Nadu, UP, Rajasthan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206240" cy="8686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80360"/>
            <a:ext cx="502920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80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Consuming States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2783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lowest demand states: Sikkim, Mizoram, Manipur, Nagaland, Arunachal Pradesh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206240" cy="8686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86200"/>
            <a:ext cx="502920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862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Consumption Trend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3367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month-by-month consumption showing peak in July 2019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868680"/>
            <a:ext cx="4206240" cy="8686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868680"/>
            <a:ext cx="502920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868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914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Comparison 2019 vs 2020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21615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2019: 1,216,205 MU vs 2020: 493,522 MU — 59% overall drop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874520"/>
            <a:ext cx="4206240" cy="8686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874520"/>
            <a:ext cx="502920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1920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Lockdown Impact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22199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April–June 2019 vs 2020 showing sharp demand drop during lockdown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880360"/>
            <a:ext cx="4206240" cy="86868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880360"/>
            <a:ext cx="502920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880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926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Lockdown Drop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22783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consumption drop for each state during lockdown months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371600"/>
          </a:xfrm>
          <a:prstGeom prst="rect">
            <a:avLst/>
          </a:prstGeom>
          <a:solidFill>
            <a:srgbClr val="1B9AA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Consuming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217,079 MU 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97480" cy="1371600"/>
          </a:xfrm>
          <a:prstGeom prst="rect">
            <a:avLst/>
          </a:prstGeom>
          <a:solidFill>
            <a:srgbClr val="F4845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Consumption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118,600 MU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822960"/>
            <a:ext cx="269748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Drop in 2020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COVID-19 Lockdown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20040" y="237744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466344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63440" y="2834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dropped sharply during Apr–Jun 2020 lockdown vs same period in 2019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NE states (Sikkim, Mizoram) had lowest consumption throughout both years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states like Maharashtra, Gujarat and Tamil Nadu dominate national consumption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shows clear summer peaks (May–July) due to cooling demand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data covers only Jan–Dec 2020 showing full lockdown impact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Structure — 9 Sheets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7101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16,599 rows — date, state, consumption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01952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385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Total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ranked by total consumption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69464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06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8437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consuming states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36976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735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States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5112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consuming states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04488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04488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9410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178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consumption 2019–2020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23160" y="123444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1234440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127101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Comparison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87752" y="15087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vs 2020 totals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1901952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1901952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19385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Impact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87752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lockdown comparison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23160" y="2569464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2569464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7752" y="2606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Bottom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87752" y="28437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comparison sheet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23160" y="3236976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3236976"/>
            <a:ext cx="91440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32735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87752" y="35112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 + 3 KPI boxes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663440" y="12344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09160" y="13258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257800" y="1307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5780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Column, Clustered Bar &amp; COVID Impact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1488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2240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25780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KPI Boxes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5780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State, Peak Month, 2019 vs 2020 comparison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063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09160" y="3154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25780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5780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data-driven conclusions summarized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3977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09160" y="4069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5257800" y="4050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Design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25780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with color-coded charts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INTERACTIVE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Dynamic Slicers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280160" cy="50292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(2019 / 2020)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83080" y="1188720"/>
            <a:ext cx="1280160" cy="50292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188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(All 29 states)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1280160" cy="502920"/>
          </a:xfrm>
          <a:prstGeom prst="rect">
            <a:avLst/>
          </a:prstGeom>
          <a:solidFill>
            <a:srgbClr val="1525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 (Jan–Dec)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Dynamic KPI Cards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280160" cy="731520"/>
          </a:xfrm>
          <a:prstGeom prst="rect">
            <a:avLst/>
          </a:prstGeom>
          <a:solidFill>
            <a:srgbClr val="152535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Consumption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2194560"/>
            <a:ext cx="1280160" cy="731520"/>
          </a:xfrm>
          <a:prstGeom prst="rect">
            <a:avLst/>
          </a:prstGeom>
          <a:solidFill>
            <a:srgbClr val="152535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Drop 2019→2020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8308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194560"/>
            <a:ext cx="1280160" cy="731520"/>
          </a:xfrm>
          <a:prstGeom prst="rect">
            <a:avLst/>
          </a:prstGeom>
          <a:solidFill>
            <a:srgbClr val="152535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Share of India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Visuals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Bar Chart — State wise consumption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Line Chart — Monthly trend 2019 vs 2020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Column Chart — Yearly comparison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Map Visual — Geographic consumption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Donut Chart — Top 5 state share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Clustered Bar — COVID lockdown impact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Written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234440"/>
            <a:ext cx="3931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32588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Drop =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c2019 = CALCULATE(SUM(...),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[Year]=2019)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c2020 = CALCULATE(SUM(...),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[Year]=2020)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ROUND(DIVIDE(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c2019-c2020, c2019)*100, 2)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154680"/>
            <a:ext cx="3931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461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Share =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state_total = SUM([consumption])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india_total = CALCULATE(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SUM([consumption]),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ALL([states]))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ROUND(DIVIDE(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state_total, india_total)*100, 2)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2560320"/>
          </a:xfrm>
          <a:prstGeom prst="rect">
            <a:avLst/>
          </a:prstGeom>
          <a:solidFill>
            <a:srgbClr val="15253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dropped 59% in 2020 vs 2019. The lockdown months of April–June 2020 showed the sharpest decline, reflecting shutdown of industries and commercial establishments across all states.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97480" cy="2560320"/>
          </a:xfrm>
          <a:prstGeom prst="rect">
            <a:avLst/>
          </a:prstGeom>
          <a:solidFill>
            <a:srgbClr val="15253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Disparity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Maharashtra, Gujarat, Tamil Nadu, UP and Rajasthan together account for a major share of India's total consumption. Northeastern states consume significantly less, indicating infrastructure and development gaps.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97480" cy="2560320"/>
          </a:xfrm>
          <a:prstGeom prst="rect">
            <a:avLst/>
          </a:prstGeom>
          <a:solidFill>
            <a:srgbClr val="15253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9748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peaks during summer months (May–July) due to cooling demand, and dips in winter. July 2019 was the single highest month at 118,600 MU — a useful benchmark for grid planning.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11430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60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18488" y="4160520"/>
            <a:ext cx="11430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18488" y="4160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71216" y="4160520"/>
            <a:ext cx="11430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4160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&amp; SQL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23944" y="4160520"/>
            <a:ext cx="11430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4160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4160520"/>
            <a:ext cx="11430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4160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9400" y="4160520"/>
            <a:ext cx="11430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160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82128" y="4160520"/>
            <a:ext cx="11430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82128" y="4160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917</Words>
  <Application>Microsoft Office PowerPoint</Application>
  <PresentationFormat>On-screen Show (16:9)</PresentationFormat>
  <Paragraphs>202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Electrical Consumption Analysis 2019-2020</dc:title>
  <dc:subject>PptxGenJS Presentation</dc:subject>
  <dc:creator>PptxGenJS</dc:creator>
  <cp:lastModifiedBy>Mohd Saad</cp:lastModifiedBy>
  <cp:revision>2</cp:revision>
  <dcterms:created xsi:type="dcterms:W3CDTF">2026-05-23T12:29:49Z</dcterms:created>
  <dcterms:modified xsi:type="dcterms:W3CDTF">2026-05-23T12:35:53Z</dcterms:modified>
</cp:coreProperties>
</file>